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A3DA-A279-0693-2087-C816334A1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80DB6-B40A-A157-3ECB-883C81853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DA0E6-4726-43DF-42E6-BB0B3171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6650-9CFA-D6A4-5990-86393A97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0E047-699E-0CBF-6955-D9E66EDD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38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8D07-1213-B768-72DA-C1586E08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62A0-D5F8-E696-DC7B-183429234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DCD0D-44A3-D6D1-6E68-76BF47BF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5D9E1-26C7-F5B2-1225-22467495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4E4A3-02EF-3BBE-94B1-2367DE17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96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EEC1-4B0C-FC2B-F265-DBD65E78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59F49-442B-1D07-9120-D9E550F77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5B464-7158-A631-6F8E-24994431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51046-A393-DE5E-D203-E2422824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62FE-B291-1801-FC5D-861C71C6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33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4EC2-3FDB-A5FB-B9FF-6968054F7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43E10-7DC2-922D-E211-85DD1A442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561FE-E964-D58E-06F5-84358C9EB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FA095-24D0-81C7-728B-286D1635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05D6B-85B1-3F98-9FAB-972FB863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1A1E5-494F-CEE1-7E9B-C691B17A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0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C01A-2A56-6BA9-0072-646B8676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DD24A-15C3-59D8-C5FC-156646376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B5082-B958-0E19-E5AF-C35B74236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DEF4F-63DE-90D9-6069-CA9B4CC84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6D4DE-7648-A45F-99B6-EA4473389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F6447-3ABA-8945-8693-D3DCD291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33ADC-69BC-02A1-1D7D-B5FC895F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85275-BC5E-AF4C-EF75-9C135ECF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40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A2AE-70BA-B337-E608-9AA10734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ED30D-3EAC-4BA6-7D0F-BC103A34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45103-5CC7-5C85-5294-6BA686296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E367E-8E12-9764-211A-B053CB4F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28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8D7AD-02F7-BAB1-0372-BF758593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A55D7-84F9-95CD-70B4-6BB65550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1D247-316C-05D2-60C7-915042AA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71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A359-7D67-4C79-B2D3-6124EC1A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D812-0E3A-3A0F-8ADE-E13C07AF0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2D305-C81A-760A-EDD2-7210D92E6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3FA54-C20F-FB13-335E-3F92EC32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381CF-7DB5-1319-0433-ABF3804E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53FEF-0A19-E116-FF20-04802020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6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1EAF-F4CA-8039-1A87-56B02024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91307-D19D-FF00-34EC-C259B3330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53998-8B04-FB2A-2B63-A2F638A15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425F6-2849-A289-7779-529E8A2C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BD00F-DF2A-4236-F830-BC7D59F7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5D07E-0DCE-C3BB-87B2-913E1F91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13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E404-42FF-14F9-BB77-4B2E74CF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DC597-2CA3-654E-DD7D-2EE1CD336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B977-E298-20BF-4BCB-A754EA2B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64D43-9718-F774-66FA-58C5728C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765C8-2A88-3AA0-23A2-DCF56BFF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39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C2CEB-59B2-AEEA-439C-D1083DDA3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A9756-F29F-58CA-FA97-118D5F63A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6C3DF-3211-AD65-9510-8A315925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C7A92-6005-E01C-4EE8-9D68BCBA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FA37-E1DD-F10A-7E3D-00AAC925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23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6A2B6A-6D3A-B8D8-3E89-0AB64D85C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83C84-219E-1869-7082-EA1FC617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D2908-16E6-AECD-5B29-4AB22AFA4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CD2B5-FF7E-47E2-BD41-70D154147AAD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5CF69-FC1A-580A-7DE5-30EEF82FE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75F11-DB5A-7EE5-766D-46396A4AB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51980-803D-4313-B8B1-96C3885A0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39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46C-9352-27F9-B73F-2D584A84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600" b="1" dirty="0"/>
              <a:t>IPC Chart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550F-58BA-C135-0A60-F198928A8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Project</a:t>
            </a:r>
          </a:p>
          <a:p>
            <a:pPr marL="0" indent="0">
              <a:buNone/>
            </a:pPr>
            <a:r>
              <a:rPr lang="en-IN" dirty="0"/>
              <a:t>Submitted By:</a:t>
            </a:r>
          </a:p>
          <a:p>
            <a:pPr marL="0" indent="0">
              <a:buNone/>
            </a:pPr>
            <a:r>
              <a:rPr lang="en-IN" dirty="0"/>
              <a:t>S. Abhinav (2420090058) </a:t>
            </a:r>
          </a:p>
          <a:p>
            <a:pPr marL="0" indent="0">
              <a:buNone/>
            </a:pPr>
            <a:r>
              <a:rPr lang="en-IN" dirty="0"/>
              <a:t>K. Sathvik (2420030685) </a:t>
            </a:r>
          </a:p>
          <a:p>
            <a:pPr marL="0" indent="0">
              <a:buNone/>
            </a:pPr>
            <a:r>
              <a:rPr lang="en-IN" dirty="0"/>
              <a:t>P. Phalani (2420030609) </a:t>
            </a:r>
          </a:p>
          <a:p>
            <a:pPr marL="0" indent="0">
              <a:buNone/>
            </a:pPr>
            <a:r>
              <a:rPr lang="en-IN" dirty="0"/>
              <a:t>Guide: Dr. Muniraju Naidu Vadlamudi </a:t>
            </a:r>
          </a:p>
          <a:p>
            <a:pPr marL="0" indent="0">
              <a:buNone/>
            </a:pPr>
            <a:r>
              <a:rPr lang="en-IN" dirty="0"/>
              <a:t>Associate Professor </a:t>
            </a:r>
          </a:p>
          <a:p>
            <a:pPr marL="0" indent="0">
              <a:buNone/>
            </a:pPr>
            <a:r>
              <a:rPr lang="en-IN" dirty="0"/>
              <a:t>KLH University, Hyderabad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692E7-35CD-1DF5-2F6A-19604191D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836" y="-7524"/>
            <a:ext cx="422016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3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D17C-8E3F-86E4-DC06-786F75145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8086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/>
              <a:t>Introduction &amp; Problem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5A63001-78D5-4E97-C68F-1206C9B3ED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48441" y="2274838"/>
            <a:ext cx="9144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IPC data is large and complex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analyze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proper visualization tools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4B2B1-598C-6F43-9EE4-EC3F8B34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498" y="360046"/>
            <a:ext cx="422016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7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E1CE-D59D-A224-F4FB-C87BEB50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ED4E-79FD-1F63-9F49-592207CC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29" y="2627312"/>
            <a:ext cx="10515600" cy="1603375"/>
          </a:xfrm>
        </p:spPr>
        <p:txBody>
          <a:bodyPr>
            <a:normAutofit/>
          </a:bodyPr>
          <a:lstStyle/>
          <a:p>
            <a:r>
              <a:rPr lang="en-US" sz="2400" dirty="0"/>
              <a:t>Visualize IPC data using charts </a:t>
            </a:r>
          </a:p>
          <a:p>
            <a:r>
              <a:rPr lang="en-US" sz="2400" dirty="0"/>
              <a:t>Identify trends in crime categories </a:t>
            </a:r>
          </a:p>
          <a:p>
            <a:r>
              <a:rPr lang="en-US" sz="2400" dirty="0"/>
              <a:t>Provide user-friendly interface 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91749-64B2-ADCF-56FD-39383CCD1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818" y="70510"/>
            <a:ext cx="422016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1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2BC4-E678-84A8-13F2-A54AF36F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99" y="-19879"/>
            <a:ext cx="10515600" cy="1325563"/>
          </a:xfrm>
        </p:spPr>
        <p:txBody>
          <a:bodyPr>
            <a:normAutofit/>
          </a:bodyPr>
          <a:lstStyle/>
          <a:p>
            <a:r>
              <a:rPr lang="en-IN" sz="6600" b="1" dirty="0"/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A25A9A-B214-CED1-B597-9ACEE6EB2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3828387"/>
            <a:ext cx="65913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(UI dashboard)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(logic processing)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(IPC records)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3A09A-76CA-87A0-5E87-60F7F5413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99" y="1690786"/>
            <a:ext cx="3210373" cy="1571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C6D9FB-7229-B90F-A741-B1633381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838" y="1849777"/>
            <a:ext cx="4328878" cy="2151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C383D5-BF6B-EFB8-A4A3-9178A315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528" y="0"/>
            <a:ext cx="371747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2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F14E-0CB2-7EA8-EE86-170D4B84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0196"/>
            <a:ext cx="10515600" cy="1325563"/>
          </a:xfrm>
        </p:spPr>
        <p:txBody>
          <a:bodyPr>
            <a:normAutofit/>
          </a:bodyPr>
          <a:lstStyle/>
          <a:p>
            <a:r>
              <a:rPr lang="en-IN" sz="6600" b="1" dirty="0"/>
              <a:t>Methodology (Working Flow)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D207A-8776-4AE6-22FD-A7425580F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667" y="1877066"/>
            <a:ext cx="6335009" cy="2191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F309E5-AD18-F931-7F0F-F064BB5A17B7}"/>
              </a:ext>
            </a:extLst>
          </p:cNvPr>
          <p:cNvSpPr txBox="1"/>
          <p:nvPr/>
        </p:nvSpPr>
        <p:spPr>
          <a:xfrm>
            <a:off x="283267" y="4254500"/>
            <a:ext cx="6098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Load dataset ‘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Process data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Filter values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Generate charts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A6500C-8ED9-E724-C3F3-277302FC0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1" y="120196"/>
            <a:ext cx="247649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1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878C-37A2-0B89-66D1-9A867CDB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2502243" cy="1325563"/>
          </a:xfrm>
        </p:spPr>
        <p:txBody>
          <a:bodyPr>
            <a:normAutofit/>
          </a:bodyPr>
          <a:lstStyle/>
          <a:p>
            <a:r>
              <a:rPr lang="en-IN" sz="6600" b="1" dirty="0"/>
              <a:t>UML / DFD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97565F-0FA1-A981-B6E5-65537B7A4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084" y="1690688"/>
            <a:ext cx="4479517" cy="28933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766EB96-8E70-67C4-78A0-E542E94F8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73" y="4364896"/>
            <a:ext cx="40238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interacts with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processed internally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Charts displayed as output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9BF38-2A44-C683-0D6D-8CA70C81C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836" y="0"/>
            <a:ext cx="422016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1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FE70-5E93-2C71-B99F-3B30EEF90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77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6600" b="1" dirty="0"/>
              <a:t>Database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1D2D50-1CBC-3D0F-5296-E36B8FB80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496" y="1468777"/>
            <a:ext cx="6201586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095A26-91F0-4689-84F3-E8241A3BA23F}"/>
              </a:ext>
            </a:extLst>
          </p:cNvPr>
          <p:cNvSpPr txBox="1"/>
          <p:nvPr/>
        </p:nvSpPr>
        <p:spPr>
          <a:xfrm>
            <a:off x="175533" y="4051388"/>
            <a:ext cx="6098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Fields: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Crime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IPC Section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Year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Location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24A2E4-270A-3B26-A56F-33C4E4A7D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836" y="80489"/>
            <a:ext cx="422016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5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4CF3-50AA-26E3-0993-B7D77A97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OUTPUT</a:t>
            </a:r>
            <a:endParaRPr lang="en-IN" sz="6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B389E-9A29-84F7-A5C1-34AD4712C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836" y="0"/>
            <a:ext cx="4220164" cy="1914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35E48-CC85-BB5C-AE02-EB691C257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12" y="1815447"/>
            <a:ext cx="7506748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75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C0C4-F7F1-146E-2446-4BC56335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6600" b="1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18A26-A9EF-371A-0625-C109DFB83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simplifies IPC data analysis </a:t>
            </a:r>
          </a:p>
          <a:p>
            <a:r>
              <a:rPr lang="en-US" dirty="0"/>
              <a:t>Improves understanding through visualization </a:t>
            </a:r>
          </a:p>
          <a:p>
            <a:r>
              <a:rPr lang="en-US" b="1" dirty="0"/>
              <a:t>Future Enhancements:</a:t>
            </a:r>
            <a:endParaRPr lang="en-US" dirty="0"/>
          </a:p>
          <a:p>
            <a:r>
              <a:rPr lang="en-US" dirty="0"/>
              <a:t>AI-based prediction system </a:t>
            </a:r>
          </a:p>
          <a:p>
            <a:r>
              <a:rPr lang="en-US" dirty="0"/>
              <a:t>Real-time data integration </a:t>
            </a:r>
          </a:p>
          <a:p>
            <a:r>
              <a:rPr lang="en-US" dirty="0"/>
              <a:t>Mobile application development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8B08E-3000-2DCF-CB93-691514B19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986" y="18255"/>
            <a:ext cx="299901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2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IPC Chart System </vt:lpstr>
      <vt:lpstr>Introduction &amp; Problem</vt:lpstr>
      <vt:lpstr>Objectives</vt:lpstr>
      <vt:lpstr>System Architecture</vt:lpstr>
      <vt:lpstr>Methodology (Working Flow)</vt:lpstr>
      <vt:lpstr>UML / DFD</vt:lpstr>
      <vt:lpstr>Database Design</vt:lpstr>
      <vt:lpstr>OUTPUT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 Phalani Kumar</dc:creator>
  <cp:lastModifiedBy>Rajendra Phalani Kumar</cp:lastModifiedBy>
  <cp:revision>1</cp:revision>
  <dcterms:created xsi:type="dcterms:W3CDTF">2026-04-03T05:40:40Z</dcterms:created>
  <dcterms:modified xsi:type="dcterms:W3CDTF">2026-04-03T06:06:20Z</dcterms:modified>
</cp:coreProperties>
</file>